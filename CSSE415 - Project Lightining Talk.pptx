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20E275-B1CA-4539-B175-A638AA274217}" v="140" dt="2026-04-03T00:28:26.611"/>
    <p1510:client id="{79E93EDF-ACD9-4C16-8BB7-56B9F95B0BE5}" v="25" dt="2026-04-03T16:56:30.222"/>
    <p1510:client id="{9071E4CA-1CF1-4C05-AB2D-3FF1708ACE08}" v="359" dt="2026-04-03T03:46:21.168"/>
    <p1510:client id="{A0D963C5-5B22-4845-AFAB-3C2A1B572924}" v="244" dt="2026-04-03T00:14:3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ens, Michael" userId="5947e577-3bc1-4398-abb7-6f3da08c95ff" providerId="ADAL" clId="{70AF4AFA-38F5-4333-8D29-0F9B186F6FAD}"/>
    <pc:docChg chg="custSel delSld modSld">
      <pc:chgData name="Owens, Michael" userId="5947e577-3bc1-4398-abb7-6f3da08c95ff" providerId="ADAL" clId="{70AF4AFA-38F5-4333-8D29-0F9B186F6FAD}" dt="2026-04-03T00:28:00.820" v="137" actId="20577"/>
      <pc:docMkLst>
        <pc:docMk/>
      </pc:docMkLst>
      <pc:sldChg chg="del">
        <pc:chgData name="Owens, Michael" userId="5947e577-3bc1-4398-abb7-6f3da08c95ff" providerId="ADAL" clId="{70AF4AFA-38F5-4333-8D29-0F9B186F6FAD}" dt="2026-04-03T00:12:50.521" v="0" actId="47"/>
        <pc:sldMkLst>
          <pc:docMk/>
          <pc:sldMk cId="3131918035" sldId="256"/>
        </pc:sldMkLst>
      </pc:sldChg>
      <pc:sldChg chg="addSp delSp modSp mod setBg">
        <pc:chgData name="Owens, Michael" userId="5947e577-3bc1-4398-abb7-6f3da08c95ff" providerId="ADAL" clId="{70AF4AFA-38F5-4333-8D29-0F9B186F6FAD}" dt="2026-04-03T00:28:00.820" v="137" actId="20577"/>
        <pc:sldMkLst>
          <pc:docMk/>
          <pc:sldMk cId="2207848765" sldId="257"/>
        </pc:sldMkLst>
        <pc:spChg chg="del mod">
          <ac:chgData name="Owens, Michael" userId="5947e577-3bc1-4398-abb7-6f3da08c95ff" providerId="ADAL" clId="{70AF4AFA-38F5-4333-8D29-0F9B186F6FAD}" dt="2026-04-03T00:13:56.085" v="13" actId="478"/>
          <ac:spMkLst>
            <pc:docMk/>
            <pc:sldMk cId="2207848765" sldId="257"/>
            <ac:spMk id="2" creationId="{5C7F41C9-8B8B-54D5-4522-ABC47A1E987B}"/>
          </ac:spMkLst>
        </pc:spChg>
        <pc:spChg chg="mod">
          <ac:chgData name="Owens, Michael" userId="5947e577-3bc1-4398-abb7-6f3da08c95ff" providerId="ADAL" clId="{70AF4AFA-38F5-4333-8D29-0F9B186F6FAD}" dt="2026-04-03T00:25:31.184" v="92" actId="2711"/>
          <ac:spMkLst>
            <pc:docMk/>
            <pc:sldMk cId="2207848765" sldId="257"/>
            <ac:spMk id="3" creationId="{9FDB97DA-1B20-3B5C-CB4F-0E3D04EF0F4A}"/>
          </ac:spMkLst>
        </pc:spChg>
        <pc:spChg chg="add mod">
          <ac:chgData name="Owens, Michael" userId="5947e577-3bc1-4398-abb7-6f3da08c95ff" providerId="ADAL" clId="{70AF4AFA-38F5-4333-8D29-0F9B186F6FAD}" dt="2026-04-03T00:25:31.184" v="92" actId="2711"/>
          <ac:spMkLst>
            <pc:docMk/>
            <pc:sldMk cId="2207848765" sldId="257"/>
            <ac:spMk id="4" creationId="{A885F665-1C15-53FD-62F9-FD58C2277E15}"/>
          </ac:spMkLst>
        </pc:spChg>
        <pc:spChg chg="del">
          <ac:chgData name="Owens, Michael" userId="5947e577-3bc1-4398-abb7-6f3da08c95ff" providerId="ADAL" clId="{70AF4AFA-38F5-4333-8D29-0F9B186F6FAD}" dt="2026-04-03T00:14:40.697" v="14" actId="478"/>
          <ac:spMkLst>
            <pc:docMk/>
            <pc:sldMk cId="2207848765" sldId="257"/>
            <ac:spMk id="5" creationId="{9A88E250-F4F1-7B61-A070-CBA92FB020EA}"/>
          </ac:spMkLst>
        </pc:spChg>
        <pc:spChg chg="add mod">
          <ac:chgData name="Owens, Michael" userId="5947e577-3bc1-4398-abb7-6f3da08c95ff" providerId="ADAL" clId="{70AF4AFA-38F5-4333-8D29-0F9B186F6FAD}" dt="2026-04-03T00:25:31.184" v="92" actId="2711"/>
          <ac:spMkLst>
            <pc:docMk/>
            <pc:sldMk cId="2207848765" sldId="257"/>
            <ac:spMk id="6" creationId="{02F00984-9011-C87F-5890-0850BB6F1406}"/>
          </ac:spMkLst>
        </pc:spChg>
        <pc:spChg chg="add mod">
          <ac:chgData name="Owens, Michael" userId="5947e577-3bc1-4398-abb7-6f3da08c95ff" providerId="ADAL" clId="{70AF4AFA-38F5-4333-8D29-0F9B186F6FAD}" dt="2026-04-03T00:26:40.732" v="101" actId="255"/>
          <ac:spMkLst>
            <pc:docMk/>
            <pc:sldMk cId="2207848765" sldId="257"/>
            <ac:spMk id="7" creationId="{84261330-D753-A65E-0DA7-0377278C19EC}"/>
          </ac:spMkLst>
        </pc:spChg>
        <pc:spChg chg="add del mod">
          <ac:chgData name="Owens, Michael" userId="5947e577-3bc1-4398-abb7-6f3da08c95ff" providerId="ADAL" clId="{70AF4AFA-38F5-4333-8D29-0F9B186F6FAD}" dt="2026-04-03T00:22:30.876" v="72" actId="478"/>
          <ac:spMkLst>
            <pc:docMk/>
            <pc:sldMk cId="2207848765" sldId="257"/>
            <ac:spMk id="8" creationId="{6C1146A7-A366-ACBA-BEBD-500B7CECAD41}"/>
          </ac:spMkLst>
        </pc:spChg>
        <pc:spChg chg="add del mod">
          <ac:chgData name="Owens, Michael" userId="5947e577-3bc1-4398-abb7-6f3da08c95ff" providerId="ADAL" clId="{70AF4AFA-38F5-4333-8D29-0F9B186F6FAD}" dt="2026-04-03T00:26:13.227" v="98" actId="478"/>
          <ac:spMkLst>
            <pc:docMk/>
            <pc:sldMk cId="2207848765" sldId="257"/>
            <ac:spMk id="9" creationId="{429A221D-7DBC-3D9B-B877-36657E4BC604}"/>
          </ac:spMkLst>
        </pc:spChg>
        <pc:spChg chg="add del">
          <ac:chgData name="Owens, Michael" userId="5947e577-3bc1-4398-abb7-6f3da08c95ff" providerId="ADAL" clId="{70AF4AFA-38F5-4333-8D29-0F9B186F6FAD}" dt="2026-04-03T00:27:12.754" v="103" actId="478"/>
          <ac:spMkLst>
            <pc:docMk/>
            <pc:sldMk cId="2207848765" sldId="257"/>
            <ac:spMk id="14" creationId="{A0345CF1-07E6-0068-EFD7-0CF151E3ACA9}"/>
          </ac:spMkLst>
        </pc:spChg>
        <pc:spChg chg="add mod">
          <ac:chgData name="Owens, Michael" userId="5947e577-3bc1-4398-abb7-6f3da08c95ff" providerId="ADAL" clId="{70AF4AFA-38F5-4333-8D29-0F9B186F6FAD}" dt="2026-04-03T00:28:00.820" v="137" actId="20577"/>
          <ac:spMkLst>
            <pc:docMk/>
            <pc:sldMk cId="2207848765" sldId="257"/>
            <ac:spMk id="15" creationId="{1F17FE38-50D7-61EB-5563-076CECF062DC}"/>
          </ac:spMkLst>
        </pc:spChg>
        <pc:picChg chg="add del mod">
          <ac:chgData name="Owens, Michael" userId="5947e577-3bc1-4398-abb7-6f3da08c95ff" providerId="ADAL" clId="{70AF4AFA-38F5-4333-8D29-0F9B186F6FAD}" dt="2026-04-03T00:24:39.930" v="88" actId="478"/>
          <ac:picMkLst>
            <pc:docMk/>
            <pc:sldMk cId="2207848765" sldId="257"/>
            <ac:picMk id="11" creationId="{3AAF65CA-40CE-A965-FF65-903E5C077BD1}"/>
          </ac:picMkLst>
        </pc:picChg>
        <pc:picChg chg="add del ord">
          <ac:chgData name="Owens, Michael" userId="5947e577-3bc1-4398-abb7-6f3da08c95ff" providerId="ADAL" clId="{70AF4AFA-38F5-4333-8D29-0F9B186F6FAD}" dt="2026-04-03T00:26:05.489" v="96" actId="478"/>
          <ac:picMkLst>
            <pc:docMk/>
            <pc:sldMk cId="2207848765" sldId="257"/>
            <ac:picMk id="13" creationId="{655C9698-9621-9F69-B5F4-5E13C003F0FB}"/>
          </ac:picMkLst>
        </pc:picChg>
      </pc:sldChg>
    </pc:docChg>
  </pc:docChgLst>
  <pc:docChgLst>
    <pc:chgData name="Silkaitis, Jack" userId="S::silkaijr@rose-hulman.edu::eb48d911-11a2-4c5b-b17f-b1e98c2b0042" providerId="AD" clId="Web-{79E93EDF-ACD9-4C16-8BB7-56B9F95B0BE5}"/>
    <pc:docChg chg="modSld">
      <pc:chgData name="Silkaitis, Jack" userId="S::silkaijr@rose-hulman.edu::eb48d911-11a2-4c5b-b17f-b1e98c2b0042" providerId="AD" clId="Web-{79E93EDF-ACD9-4C16-8BB7-56B9F95B0BE5}" dt="2026-04-03T16:56:29.487" v="10" actId="20577"/>
      <pc:docMkLst>
        <pc:docMk/>
      </pc:docMkLst>
      <pc:sldChg chg="modSp">
        <pc:chgData name="Silkaitis, Jack" userId="S::silkaijr@rose-hulman.edu::eb48d911-11a2-4c5b-b17f-b1e98c2b0042" providerId="AD" clId="Web-{79E93EDF-ACD9-4C16-8BB7-56B9F95B0BE5}" dt="2026-04-03T16:56:29.487" v="10" actId="20577"/>
        <pc:sldMkLst>
          <pc:docMk/>
          <pc:sldMk cId="2207848765" sldId="257"/>
        </pc:sldMkLst>
        <pc:spChg chg="mod">
          <ac:chgData name="Silkaitis, Jack" userId="S::silkaijr@rose-hulman.edu::eb48d911-11a2-4c5b-b17f-b1e98c2b0042" providerId="AD" clId="Web-{79E93EDF-ACD9-4C16-8BB7-56B9F95B0BE5}" dt="2026-04-03T16:56:29.487" v="10" actId="20577"/>
          <ac:spMkLst>
            <pc:docMk/>
            <pc:sldMk cId="2207848765" sldId="257"/>
            <ac:spMk id="2" creationId="{8509B68A-0EEF-FEAC-5AF3-A0480345808A}"/>
          </ac:spMkLst>
        </pc:spChg>
        <pc:spChg chg="mod">
          <ac:chgData name="Silkaitis, Jack" userId="S::silkaijr@rose-hulman.edu::eb48d911-11a2-4c5b-b17f-b1e98c2b0042" providerId="AD" clId="Web-{79E93EDF-ACD9-4C16-8BB7-56B9F95B0BE5}" dt="2026-04-03T16:56:23.784" v="9" actId="1076"/>
          <ac:spMkLst>
            <pc:docMk/>
            <pc:sldMk cId="2207848765" sldId="257"/>
            <ac:spMk id="7" creationId="{84261330-D753-A65E-0DA7-0377278C19EC}"/>
          </ac:spMkLst>
        </pc:spChg>
      </pc:sldChg>
    </pc:docChg>
  </pc:docChgLst>
  <pc:docChgLst>
    <pc:chgData name="Silkaitis, Jack" userId="S::silkaijr@rose-hulman.edu::eb48d911-11a2-4c5b-b17f-b1e98c2b0042" providerId="AD" clId="Web-{A0D963C5-5B22-4845-AFAB-3C2A1B572924}"/>
    <pc:docChg chg="modSld">
      <pc:chgData name="Silkaitis, Jack" userId="S::silkaijr@rose-hulman.edu::eb48d911-11a2-4c5b-b17f-b1e98c2b0042" providerId="AD" clId="Web-{A0D963C5-5B22-4845-AFAB-3C2A1B572924}" dt="2026-04-03T00:14:33.984" v="122" actId="20577"/>
      <pc:docMkLst>
        <pc:docMk/>
      </pc:docMkLst>
      <pc:sldChg chg="addSp modSp">
        <pc:chgData name="Silkaitis, Jack" userId="S::silkaijr@rose-hulman.edu::eb48d911-11a2-4c5b-b17f-b1e98c2b0042" providerId="AD" clId="Web-{A0D963C5-5B22-4845-AFAB-3C2A1B572924}" dt="2026-04-03T00:14:33.984" v="122" actId="20577"/>
        <pc:sldMkLst>
          <pc:docMk/>
          <pc:sldMk cId="2207848765" sldId="257"/>
        </pc:sldMkLst>
        <pc:spChg chg="add mod">
          <ac:chgData name="Silkaitis, Jack" userId="S::silkaijr@rose-hulman.edu::eb48d911-11a2-4c5b-b17f-b1e98c2b0042" providerId="AD" clId="Web-{A0D963C5-5B22-4845-AFAB-3C2A1B572924}" dt="2026-04-03T00:13:44.547" v="72" actId="20577"/>
          <ac:spMkLst>
            <pc:docMk/>
            <pc:sldMk cId="2207848765" sldId="257"/>
            <ac:spMk id="2" creationId="{5C7F41C9-8B8B-54D5-4522-ABC47A1E987B}"/>
          </ac:spMkLst>
        </pc:spChg>
        <pc:spChg chg="mod">
          <ac:chgData name="Silkaitis, Jack" userId="S::silkaijr@rose-hulman.edu::eb48d911-11a2-4c5b-b17f-b1e98c2b0042" providerId="AD" clId="Web-{A0D963C5-5B22-4845-AFAB-3C2A1B572924}" dt="2026-04-03T00:12:59.500" v="0" actId="20577"/>
          <ac:spMkLst>
            <pc:docMk/>
            <pc:sldMk cId="2207848765" sldId="257"/>
            <ac:spMk id="3" creationId="{9FDB97DA-1B20-3B5C-CB4F-0E3D04EF0F4A}"/>
          </ac:spMkLst>
        </pc:spChg>
        <pc:spChg chg="add mod">
          <ac:chgData name="Silkaitis, Jack" userId="S::silkaijr@rose-hulman.edu::eb48d911-11a2-4c5b-b17f-b1e98c2b0042" providerId="AD" clId="Web-{A0D963C5-5B22-4845-AFAB-3C2A1B572924}" dt="2026-04-03T00:14:33.984" v="122" actId="20577"/>
          <ac:spMkLst>
            <pc:docMk/>
            <pc:sldMk cId="2207848765" sldId="257"/>
            <ac:spMk id="5" creationId="{9A88E250-F4F1-7B61-A070-CBA92FB020EA}"/>
          </ac:spMkLst>
        </pc:spChg>
      </pc:sldChg>
    </pc:docChg>
  </pc:docChgLst>
  <pc:docChgLst>
    <pc:chgData name="Silkaitis, Jack" userId="S::silkaijr@rose-hulman.edu::eb48d911-11a2-4c5b-b17f-b1e98c2b0042" providerId="AD" clId="Web-{9071E4CA-1CF1-4C05-AB2D-3FF1708ACE08}"/>
    <pc:docChg chg="modSld">
      <pc:chgData name="Silkaitis, Jack" userId="S::silkaijr@rose-hulman.edu::eb48d911-11a2-4c5b-b17f-b1e98c2b0042" providerId="AD" clId="Web-{9071E4CA-1CF1-4C05-AB2D-3FF1708ACE08}" dt="2026-04-03T03:46:19.902" v="192" actId="20577"/>
      <pc:docMkLst>
        <pc:docMk/>
      </pc:docMkLst>
      <pc:sldChg chg="addSp modSp">
        <pc:chgData name="Silkaitis, Jack" userId="S::silkaijr@rose-hulman.edu::eb48d911-11a2-4c5b-b17f-b1e98c2b0042" providerId="AD" clId="Web-{9071E4CA-1CF1-4C05-AB2D-3FF1708ACE08}" dt="2026-04-03T03:46:19.902" v="192" actId="20577"/>
        <pc:sldMkLst>
          <pc:docMk/>
          <pc:sldMk cId="2207848765" sldId="257"/>
        </pc:sldMkLst>
        <pc:spChg chg="add mod">
          <ac:chgData name="Silkaitis, Jack" userId="S::silkaijr@rose-hulman.edu::eb48d911-11a2-4c5b-b17f-b1e98c2b0042" providerId="AD" clId="Web-{9071E4CA-1CF1-4C05-AB2D-3FF1708ACE08}" dt="2026-04-03T03:45:23.886" v="134" actId="20577"/>
          <ac:spMkLst>
            <pc:docMk/>
            <pc:sldMk cId="2207848765" sldId="257"/>
            <ac:spMk id="2" creationId="{8509B68A-0EEF-FEAC-5AF3-A0480345808A}"/>
          </ac:spMkLst>
        </pc:spChg>
        <pc:spChg chg="mod">
          <ac:chgData name="Silkaitis, Jack" userId="S::silkaijr@rose-hulman.edu::eb48d911-11a2-4c5b-b17f-b1e98c2b0042" providerId="AD" clId="Web-{9071E4CA-1CF1-4C05-AB2D-3FF1708ACE08}" dt="2026-04-03T03:42:20.696" v="9" actId="20577"/>
          <ac:spMkLst>
            <pc:docMk/>
            <pc:sldMk cId="2207848765" sldId="257"/>
            <ac:spMk id="7" creationId="{84261330-D753-A65E-0DA7-0377278C19EC}"/>
          </ac:spMkLst>
        </pc:spChg>
        <pc:spChg chg="mod">
          <ac:chgData name="Silkaitis, Jack" userId="S::silkaijr@rose-hulman.edu::eb48d911-11a2-4c5b-b17f-b1e98c2b0042" providerId="AD" clId="Web-{9071E4CA-1CF1-4C05-AB2D-3FF1708ACE08}" dt="2026-04-03T03:46:19.902" v="192" actId="20577"/>
          <ac:spMkLst>
            <pc:docMk/>
            <pc:sldMk cId="2207848765" sldId="257"/>
            <ac:spMk id="15" creationId="{1F17FE38-50D7-61EB-5563-076CECF062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EF396-C1FD-4771-BA14-4648E35308D6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59D7C-9D2D-4D86-B443-CF653433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2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https://science.nasa.gov/gallery/exoplanets/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59D7C-9D2D-4D86-B443-CF65343337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0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5341-19B2-E967-4B77-B06661EB9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A17A6-5B6F-430C-6623-C56D98A06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75A42-7214-403D-3138-662151D6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8C32-70CC-BB55-37CD-DBB9F884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C7F2-8E3A-342C-A1DA-478B2CB5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7F32-1E16-2330-6327-E999CF89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344E-B8D4-DFBA-31B5-3418E4B5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42C9-068D-1D04-0383-35EB1375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DEA38-97DC-DCDE-FF6F-E92FAF3F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6DB6A-FB7C-E9C5-3323-AD0D60F1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7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E267-2DF8-EAFF-099F-D81A4112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5E32-A364-C836-389C-765E29A72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766A-3B7B-DF1D-7584-48F19C87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D2DF-F03A-FB50-8319-1A35158F4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7301-8BA7-948F-7F6B-59B9B080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4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6092-14CC-B71A-05D9-904D60F1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6250C-C9DB-5D2B-7639-A7979E03C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0D81C-AB31-ACF7-48CC-D077756DA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D2739-8027-BA7C-469A-F0D40050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DD71-DFEC-090F-DC7D-64AF5DDC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0A2D6-80B5-FFC7-A872-7A2CF77D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3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DD3F-43F4-221C-CC78-58E273DF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81DDC-A296-894D-8650-39BF42E78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E485E-CED2-E730-526B-6F30E9405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117CF-3E5E-9668-5429-36A7E8E2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891B6-D844-2BE6-4F2E-A97AFDFCB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88A1B-CD61-EF7B-B09B-01AAA7AE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7B37C4-A6A1-31A1-5E4A-60144B74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964BD-A95B-F5A2-42A9-410CA20D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8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2DE2-0BE6-40E3-ECAE-844ED56A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F6B48F-B54C-4E66-E235-77E2CEF8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48692-F1CA-94AD-EB16-06972F51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5CBCC-FAED-011A-037F-06A19F8B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2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BC345-6285-94CF-034B-CD1C6334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6790D-18B1-742C-2151-077EB08F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14EEB-6824-02EA-54E0-C3D2B450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2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9E98-C6A2-FE1A-5B69-4CBFE0751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C7025-81E4-0643-6156-50CA697C6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9962D-6D2F-6F21-8AE6-513F5491E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CB2FE-E494-0740-FFFB-BF6E2486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25FC9-1048-CFBD-2777-8B776EBF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80FA7-DF98-927E-D134-E9192014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4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3544-BE58-9BDB-3491-7ABAD52E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25095-6D52-3A84-B4BA-0893E7A94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66ADE-41A2-C7D5-A57A-309727797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E647E-706D-892D-6375-BF0D5FDF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C0412-17EF-29A5-6A11-1F3D72B8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C7070-3B49-0C9F-D1C6-6E6026FD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5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6BE4-2022-E25F-E502-2B7A8F92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92C49-7700-C1EE-A848-5E4A69419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D5B04-15A8-27D5-6EE8-57E6FDD7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AC2C-B79C-B493-C3A4-4CC9981E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4F19-6F9C-248C-F4A3-257B9A05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1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667F3-7F43-70F7-3812-B8A60BDAF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26D53-FAFE-D970-F958-83F6BEA0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DFCA2-FD06-BC91-D2E4-9AA450FB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CC90-B4FA-D247-0822-8B3F5EB1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1B6C8-A1D5-9743-848D-BD07783E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0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0299E-4371-4586-F8F8-5FF85664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B38C2-6165-C9ED-0522-8916CAE80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5A538-4678-FCFD-230F-EB3983512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71AF8-98AC-40B5-8B00-656230B7B9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2916B-9C14-D78A-7B5A-7D2B426D3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DB52-9609-C6EC-8545-176D62609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92DE-FA9D-4F4D-A2F7-828F28684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3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oplanetarchive.ipac.caltech.edu/cgi-bin/TblView/nph-tblView?app=ExoTbls&amp;config=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97DA-1B20-3B5C-CB4F-0E3D04E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7180" y="4388530"/>
            <a:ext cx="4079789" cy="25857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u="sng" dirty="0">
                <a:solidFill>
                  <a:schemeClr val="bg1"/>
                </a:solidFill>
                <a:latin typeface="Bernard MT Condensed" panose="02050806060905020404" pitchFamily="18" charset="0"/>
              </a:rPr>
              <a:t>Current Team</a:t>
            </a:r>
            <a:endParaRPr lang="en-US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Michael Owens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Lance Fowler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Jack Silkaitis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Bernard MT Condensed" panose="02050806060905020404" pitchFamily="18" charset="0"/>
              </a:rPr>
              <a:t>???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85F665-1C15-53FD-62F9-FD58C2277E15}"/>
              </a:ext>
            </a:extLst>
          </p:cNvPr>
          <p:cNvSpPr txBox="1">
            <a:spLocks/>
          </p:cNvSpPr>
          <p:nvPr/>
        </p:nvSpPr>
        <p:spPr>
          <a:xfrm>
            <a:off x="91989" y="5722122"/>
            <a:ext cx="8820665" cy="15807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Bernard MT Condensed" panose="020508060609050204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https://exoplanetarchive.ipac.caltech.edu/cgi-bin/TblView/nph-tblView?app=ExoTbls&amp;config=PS</a:t>
            </a:r>
            <a:endParaRPr lang="en-US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00984-9011-C87F-5890-0850BB6F1406}"/>
              </a:ext>
            </a:extLst>
          </p:cNvPr>
          <p:cNvSpPr txBox="1"/>
          <p:nvPr/>
        </p:nvSpPr>
        <p:spPr>
          <a:xfrm>
            <a:off x="91989" y="221391"/>
            <a:ext cx="8971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Bernard MT Condensed" panose="02050806060905020404" pitchFamily="18" charset="0"/>
              </a:rPr>
              <a:t>NASA Exoplanet 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61330-D753-A65E-0DA7-0377278C19EC}"/>
              </a:ext>
            </a:extLst>
          </p:cNvPr>
          <p:cNvSpPr txBox="1"/>
          <p:nvPr/>
        </p:nvSpPr>
        <p:spPr>
          <a:xfrm>
            <a:off x="7249747" y="5722122"/>
            <a:ext cx="2538130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Bernard MT Condensed"/>
              </a:rPr>
              <a:t>(39537,288)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7FE38-50D7-61EB-5563-076CECF062DC}"/>
              </a:ext>
            </a:extLst>
          </p:cNvPr>
          <p:cNvSpPr txBox="1"/>
          <p:nvPr/>
        </p:nvSpPr>
        <p:spPr>
          <a:xfrm>
            <a:off x="835269" y="1565031"/>
            <a:ext cx="667922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Bernard MT Condensed"/>
              </a:rPr>
              <a:t>Different planetary/spatial data</a:t>
            </a:r>
            <a:endParaRPr lang="en-US">
              <a:solidFill>
                <a:schemeClr val="bg1"/>
              </a:solidFill>
              <a:latin typeface="Aptos" panose="0211000402020202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Bernard MT Condensed"/>
              </a:rPr>
              <a:t>Ranges from measured facts to information about discovery/researchers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Bernard MT Condensed"/>
              </a:rPr>
              <a:t>Could try to predict planet mass/gravity/other planetary factors or other interesting facts (controversial?)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9B68A-0EEF-FEAC-5AF3-A0480345808A}"/>
              </a:ext>
            </a:extLst>
          </p:cNvPr>
          <p:cNvSpPr txBox="1"/>
          <p:nvPr/>
        </p:nvSpPr>
        <p:spPr>
          <a:xfrm>
            <a:off x="7047430" y="4717344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Could be classification, more likely to be regression</a:t>
            </a:r>
          </a:p>
        </p:txBody>
      </p:sp>
    </p:spTree>
    <p:extLst>
      <p:ext uri="{BB962C8B-B14F-4D97-AF65-F5344CB8AC3E}">
        <p14:creationId xmlns:p14="http://schemas.microsoft.com/office/powerpoint/2010/main" val="2207848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Bernard MT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Owens, Michael</dc:creator>
  <cp:lastModifiedBy>Silkaitis, Jack</cp:lastModifiedBy>
  <cp:revision>4</cp:revision>
  <dcterms:created xsi:type="dcterms:W3CDTF">2026-04-03T00:09:57Z</dcterms:created>
  <dcterms:modified xsi:type="dcterms:W3CDTF">2026-04-03T17:03:04Z</dcterms:modified>
</cp:coreProperties>
</file>