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0F7734-C97A-43A8-BB02-3ADD17158FE0}" v="1" dt="2026-04-30T23:12:50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8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ens, Michael" userId="5947e577-3bc1-4398-abb7-6f3da08c95ff" providerId="ADAL" clId="{70AF4AFA-38F5-4333-8D29-0F9B186F6FAD}"/>
    <pc:docChg chg="addSld modSld">
      <pc:chgData name="Owens, Michael" userId="5947e577-3bc1-4398-abb7-6f3da08c95ff" providerId="ADAL" clId="{70AF4AFA-38F5-4333-8D29-0F9B186F6FAD}" dt="2026-04-30T23:12:50.795" v="1" actId="931"/>
      <pc:docMkLst>
        <pc:docMk/>
      </pc:docMkLst>
      <pc:sldChg chg="addSp modSp new">
        <pc:chgData name="Owens, Michael" userId="5947e577-3bc1-4398-abb7-6f3da08c95ff" providerId="ADAL" clId="{70AF4AFA-38F5-4333-8D29-0F9B186F6FAD}" dt="2026-04-30T23:12:50.795" v="1" actId="931"/>
        <pc:sldMkLst>
          <pc:docMk/>
          <pc:sldMk cId="1797959644" sldId="256"/>
        </pc:sldMkLst>
        <pc:picChg chg="add mod">
          <ac:chgData name="Owens, Michael" userId="5947e577-3bc1-4398-abb7-6f3da08c95ff" providerId="ADAL" clId="{70AF4AFA-38F5-4333-8D29-0F9B186F6FAD}" dt="2026-04-30T23:12:50.795" v="1" actId="931"/>
          <ac:picMkLst>
            <pc:docMk/>
            <pc:sldMk cId="1797959644" sldId="256"/>
            <ac:picMk id="5" creationId="{3E8C66DF-A845-AE99-E298-22619A02855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9D07-0502-1794-B248-68A2ECF6A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A4D4F-880A-F77A-B0E3-92BEBD8B4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4F0DD-847C-419E-F83A-DF59DDA4A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E43BB-89F4-32C8-B766-76F0B4E2A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49385-AA0F-43F9-0C7C-C31E98F87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0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B22E-5792-FD79-DABA-722B1E8E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BD322-79FF-AF04-8264-C3C0A1AD6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1337A-D3C5-5658-9F4C-481E944B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1F2F2-D46D-B099-7654-DAA92BD72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C7FFA-A332-4947-CBF7-F0735F7D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2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8737-AC04-2E14-CF87-62233162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F83E-92C6-A41D-D5A8-0A44C4BFB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98488-7371-624D-B035-8B106CA9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F77C2-DB38-2FEF-8280-8BFD8F4D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A7DAD-D963-5A8A-9AC8-C9167444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5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3946-AC6B-69D1-F086-C92E69E75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AFC0E-C7BA-739F-D8BF-1763A867B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07A49-1C14-60F4-F650-E99BCAB5F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10273-42CD-8B3B-5939-7EB552AB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C384F-AFCE-01A3-A4DA-3F19604EC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E441A-C2F5-AAE2-AE68-CF28A420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1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05C93-3AC4-B685-C8D2-A9DBE4C8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7AA61-FB6F-4AFA-6F61-90687AB4C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6C812-9C83-276A-BFDB-25224F93C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C5ED7-ED86-0A7E-22E2-EB12EA928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05CEA-B831-93B1-9E71-12B0B5079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4BD7D-11A4-908E-F2EA-F804093A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BA60A8-BAF5-B4C8-CF90-29C8AFB5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77CDCE-988A-F764-EDEB-6EE29351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9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75776-F28B-1E1B-B806-BE0E984E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AD980-86DA-1353-445B-501A70BD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C34AF-F539-C28C-31B5-67B1E47E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F8DB4-FF36-853C-7AF8-FE4741E9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2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E796E8-B9F9-8BC0-A871-DE53D267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8DCF6-839D-FDAA-F718-23E405DB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95711-62A6-A07B-E812-DBE1518B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ED4E-A423-C262-CB45-00C08B658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8ED0-973F-2E03-232D-E17642C58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AA2A3-A721-4F9A-9EE1-F4F7B1C0E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1F4E3-D53C-0D36-9EBF-56116BA50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810FC-62CA-3977-20BF-ED75B6C7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7470B-24C9-AF78-F127-206461A3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4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E5E9-9358-A02E-3EF3-611EEE6CE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4E233-5E91-6B44-1A49-6432DA149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4914E-7CA4-6668-3A15-834B9D8B5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8B945-C59B-DE36-4CA3-584355C8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E3782-6AD9-0191-D505-3C3DD028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B18B4-A370-2E42-37CE-92CFB20C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7029-B7F7-D1B8-6FC3-F9A1FB6A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52275-5995-6A57-75C6-6E93045C4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872B3-3806-050E-5F92-9D404596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A502D-13AA-5D93-7FEC-D50149AE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7D3E-129E-5B73-F1B9-D78930EE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6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A6C28-9605-DC57-8600-A0E47C764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4F202-89DF-AC8F-5093-76EE3E31F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1418A-B9E9-040F-C13B-06F38F9C9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AB51B-2CAC-BE9A-01B6-7A2FC5AC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0D8DA-2288-7E8A-21D3-DEC02A6A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6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56C30-1E44-78C2-18BB-CBA62D4B3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FA1A5-2141-686C-F71B-9159249FA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078D2-2E86-CC8F-C988-A27678044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59C49-FFFD-40BF-9C06-A9F69C0E414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8EB07-62F4-7C25-DF40-71ECBFB28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0B8FA-0A8D-49E4-B133-E15D04E54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40F59-5A37-4BB6-BCC6-02E841E4F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59F1-3038-461E-B702-DB6861BDB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1A7A6-D92A-8370-089D-6DCD8EF1A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usinessman pointing side">
            <a:extLst>
              <a:ext uri="{FF2B5EF4-FFF2-40B4-BE49-F238E27FC236}">
                <a16:creationId xmlns:a16="http://schemas.microsoft.com/office/drawing/2014/main" id="{3E8C66DF-A845-AE99-E298-22619A028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499" y="0"/>
            <a:ext cx="3103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5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Owens, Michael</dc:creator>
  <cp:lastModifiedBy>Owens, Michael</cp:lastModifiedBy>
  <cp:revision>1</cp:revision>
  <dcterms:created xsi:type="dcterms:W3CDTF">2026-04-30T23:12:32Z</dcterms:created>
  <dcterms:modified xsi:type="dcterms:W3CDTF">2026-04-30T23:12:51Z</dcterms:modified>
</cp:coreProperties>
</file>